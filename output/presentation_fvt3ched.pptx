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/>
            </a:pPr>
            <a:r>
              <a:t>Презентации за секунды из текста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Онлайн-сервис для маркетологов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Проблема: Время на дизайн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400"/>
            </a:pPr>
            <a:r>
              <a:t>Устали тратить часы на верстку слайдов?</a:t>
            </a:r>
          </a:p>
          <a:p>
            <a:pPr>
              <a:spcAft>
                <a:spcPts val="1000"/>
              </a:spcAft>
              <a:defRPr sz="2400"/>
            </a:pPr>
            <a:r>
              <a:t>Сложно подобрать шрифты и цвета для презентации?</a:t>
            </a:r>
          </a:p>
          <a:p>
            <a:pPr>
              <a:spcAft>
                <a:spcPts val="1000"/>
              </a:spcAft>
              <a:defRPr sz="2400"/>
            </a:pPr>
            <a:r>
              <a:t>Нет времени на креатив, только на стратегию?</a:t>
            </a:r>
          </a:p>
          <a:p>
            <a:pPr>
              <a:spcAft>
                <a:spcPts val="1000"/>
              </a:spcAft>
              <a:defRPr sz="2400"/>
            </a:pPr>
            <a:r>
              <a:t>Дизайнеры заняты, а отчет нужен вчера?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Решение: ИИ генерирует структуру и дизайн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400"/>
            </a:pPr>
            <a:r>
              <a:t>Просто вставьте текст или тезисы</a:t>
            </a:r>
          </a:p>
          <a:p>
            <a:pPr>
              <a:spcAft>
                <a:spcPts val="1000"/>
              </a:spcAft>
              <a:defRPr sz="2400"/>
            </a:pPr>
            <a:r>
              <a:t>ИИ сам подберет шаблоны и расставит акценты</a:t>
            </a:r>
          </a:p>
          <a:p>
            <a:pPr>
              <a:spcAft>
                <a:spcPts val="1000"/>
              </a:spcAft>
              <a:defRPr sz="2400"/>
            </a:pPr>
            <a:r>
              <a:t>Готовый результат за 1 минуту</a:t>
            </a:r>
          </a:p>
          <a:p>
            <a:pPr>
              <a:spcAft>
                <a:spcPts val="1000"/>
              </a:spcAft>
              <a:defRPr sz="2400"/>
            </a:pPr>
            <a:r>
              <a:t>Экономия до 90% времени на подготовку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Как это работает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400"/>
            </a:pPr>
            <a:r>
              <a:t>1. Вставьте текст: скопируйте статью, план или заметки</a:t>
            </a:r>
          </a:p>
          <a:p>
            <a:pPr>
              <a:spcAft>
                <a:spcPts val="1000"/>
              </a:spcAft>
              <a:defRPr sz="2400"/>
            </a:pPr>
            <a:r>
              <a:t>2. Выберите стиль: корпоративный, яркий или минимализм</a:t>
            </a:r>
          </a:p>
          <a:p>
            <a:pPr>
              <a:spcAft>
                <a:spcPts val="1000"/>
              </a:spcAft>
              <a:defRPr sz="2400"/>
            </a:pPr>
            <a:r>
              <a:t>3. Скачайте результат: PPTX или PDF в один клик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Преимущества сервиса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400"/>
            </a:pPr>
            <a:r>
              <a:t>Экономия 90% времени на рутину</a:t>
            </a:r>
          </a:p>
          <a:p>
            <a:pPr>
              <a:spcAft>
                <a:spcPts val="1000"/>
              </a:spcAft>
              <a:defRPr sz="2400"/>
            </a:pPr>
            <a:r>
              <a:t>Профессиональный дизайн без навыков дизайнера</a:t>
            </a:r>
          </a:p>
          <a:p>
            <a:pPr>
              <a:spcAft>
                <a:spcPts val="1000"/>
              </a:spcAft>
              <a:defRPr sz="2400"/>
            </a:pPr>
            <a:r>
              <a:t>Интеграция с вашими данными и логотипами</a:t>
            </a:r>
          </a:p>
          <a:p>
            <a:pPr>
              <a:spcAft>
                <a:spcPts val="1000"/>
              </a:spcAft>
              <a:defRPr sz="2400"/>
            </a:pPr>
            <a:r>
              <a:t>Облачное хранение всех ваших презентаций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Простая и понятная цена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400"/>
            </a:pPr>
            <a:r>
              <a:t>Всего 990 ₽/мес</a:t>
            </a:r>
          </a:p>
          <a:p>
            <a:pPr>
              <a:spcAft>
                <a:spcPts val="1000"/>
              </a:spcAft>
              <a:defRPr sz="2400"/>
            </a:pPr>
            <a:r>
              <a:t>Неограниченное число презентаций</a:t>
            </a:r>
          </a:p>
          <a:p>
            <a:pPr>
              <a:spcAft>
                <a:spcPts val="1000"/>
              </a:spcAft>
              <a:defRPr sz="2400"/>
            </a:pPr>
            <a:r>
              <a:t>Все премиум-шаблоны доступны</a:t>
            </a:r>
          </a:p>
          <a:p>
            <a:pPr>
              <a:spcAft>
                <a:spcPts val="1000"/>
              </a:spcAft>
              <a:defRPr sz="2400"/>
            </a:pPr>
            <a:r>
              <a:t>Приоритетная поддержка 24/7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Кейсы: Как это используют маркетологи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400"/>
            </a:pPr>
            <a:r>
              <a:t>Запуск продукта: подготовка питча за 2 дня вместо 2 недель</a:t>
            </a:r>
          </a:p>
          <a:p>
            <a:pPr>
              <a:spcAft>
                <a:spcPts val="1000"/>
              </a:spcAft>
              <a:defRPr sz="2400"/>
            </a:pPr>
            <a:r>
              <a:t>Отчеты для клиентов: автоматическая генерация еженедельных сводок</a:t>
            </a:r>
          </a:p>
          <a:p>
            <a:pPr>
              <a:spcAft>
                <a:spcPts val="1000"/>
              </a:spcAft>
              <a:defRPr sz="2400"/>
            </a:pPr>
            <a:r>
              <a:t>Обучение: создание обучающих материалов для сотрудников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/>
            </a:pPr>
            <a:r>
              <a:t>Попробуйте бесплатно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Начать сейчас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